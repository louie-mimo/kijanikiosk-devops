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B455"/>
                </a:solidFill>
              </a:rPr>
              <a:t>KijaniKiosk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DevOps Capstone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19202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7F5"/>
                </a:solidFill>
              </a:rPr>
              <a:t>Track A — Infrastructure-first delivery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3"/>
                </a:solidFill>
              </a:rPr>
              <a:t>Kubernetes • Terraform • Ansible • Jenkins • AWS S3/Lambda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4937760"/>
            <a:ext cx="2423160" cy="777240"/>
          </a:xfrm>
          <a:prstGeom prst="rect">
            <a:avLst/>
          </a:prstGeom>
          <a:solidFill>
            <a:srgbClr val="123250"/>
          </a:solidFill>
          <a:ln w="12700">
            <a:solidFill>
              <a:srgbClr val="2A4E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v1.2.0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Final payments image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65576" y="4937760"/>
            <a:ext cx="2423160" cy="777240"/>
          </a:xfrm>
          <a:prstGeom prst="rect">
            <a:avLst/>
          </a:prstGeom>
          <a:solidFill>
            <a:srgbClr val="123250"/>
          </a:solidFill>
          <a:ln w="12700">
            <a:solidFill>
              <a:srgbClr val="2A4E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3/3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Production replicas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54496" y="4937760"/>
            <a:ext cx="242316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2A4E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0.00%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Staging error rate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43416" y="4937760"/>
            <a:ext cx="2423160" cy="777240"/>
          </a:xfrm>
          <a:prstGeom prst="rect">
            <a:avLst/>
          </a:prstGeom>
          <a:solidFill>
            <a:srgbClr val="123250"/>
          </a:solidFill>
          <a:ln w="12700">
            <a:solidFill>
              <a:srgbClr val="2A4E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High vulnerabilities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" y="59893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7F5"/>
                </a:solidFill>
              </a:rPr>
              <a:t>From GitHub pull requests to gated production deployment, with staging-only receipt processing on AWS.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OBJECTIVE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Capstone mission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0698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Build a delivery path that makes production changes deliberate, observable, and recoverable.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FD7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B5C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Infrastructure first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Terraform provisions the staging namespace; Ansible configures the staging runtime.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FD7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B5C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Staging before production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3319272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Every master build deploys and validates staging before any production approval is possible.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FD7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B5C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Gated promotion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17320" y="4279392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Smoke tests, security audit, and &gt;5% error-rate gate protect production.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502920" cy="502920"/>
          </a:xfrm>
          <a:prstGeom prst="rect">
            <a:avLst/>
          </a:prstGeom>
          <a:solidFill>
            <a:srgbClr val="DDF7E7"/>
          </a:solidFill>
          <a:ln w="12700">
            <a:solidFill>
              <a:srgbClr val="92D5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Event-driven extension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17320" y="5239512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real staging payment publishes a receipt into S3 and triggers Lambda processing.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SYSTEM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Final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architecture(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77" y="1298448"/>
            <a:ext cx="11265085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CI/CD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Staging-first Jenkins delivery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1225296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CI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1810512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084832" y="1508760"/>
            <a:ext cx="1225296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Security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Audit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236976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11296" y="1508760"/>
            <a:ext cx="1225296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Validate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Infrastructure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1225296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Configure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Staging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089904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64224" y="1508760"/>
            <a:ext cx="1225296" cy="8229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Deploy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Staging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516368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90688" y="1508760"/>
            <a:ext cx="1225296" cy="8229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Smoke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Test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942832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17152" y="1508760"/>
            <a:ext cx="1225296" cy="8229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Error-rate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Gate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0369296" y="1920240"/>
            <a:ext cx="25603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643616" y="1508760"/>
            <a:ext cx="1225296" cy="822960"/>
          </a:xfrm>
          <a:prstGeom prst="rect">
            <a:avLst/>
          </a:prstGeom>
          <a:solidFill>
            <a:srgbClr val="FDECC8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Manual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Approval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098280" y="4114800"/>
            <a:ext cx="2057400" cy="822960"/>
          </a:xfrm>
          <a:prstGeom prst="rect">
            <a:avLst/>
          </a:prstGeom>
          <a:solidFill>
            <a:srgbClr val="133B5C"/>
          </a:solidFill>
          <a:ln w="12700">
            <a:solidFill>
              <a:srgbClr val="133B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0" y="2331720"/>
            <a:ext cx="0" cy="164592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77240" y="3017520"/>
            <a:ext cx="7863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Production is unreachable until staging deployment, smoke testing, monitoring, and human approval all succeed.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8680" y="3794760"/>
            <a:ext cx="7772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• Jenkins stage graph reached Production Approval only after a 0.00% staging error-rate result.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233672"/>
            <a:ext cx="7772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• Final master build promoted v1.2.0 to production with 3 available replicas.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4672584"/>
            <a:ext cx="7772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• The 403 commit-status message was GitHub token scope only; the Jenkins build itself finished SUCCESS.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STAGING VS PRODUCTION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Environment separation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20640" cy="548640"/>
          </a:xfrm>
          <a:prstGeom prst="rect">
            <a:avLst/>
          </a:prstGeom>
          <a:solidFill>
            <a:srgbClr val="DDF7E7"/>
          </a:solidFill>
          <a:ln w="12700">
            <a:solidFill>
              <a:srgbClr val="92D5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532D"/>
                </a:solidFill>
              </a:rPr>
              <a:t>kijani-staging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20640" cy="548640"/>
          </a:xfrm>
          <a:prstGeom prst="rect">
            <a:avLst/>
          </a:prstGeom>
          <a:solidFill>
            <a:srgbClr val="EAF4FF"/>
          </a:solidFill>
          <a:ln w="12700">
            <a:solidFill>
              <a:srgbClr val="BFD7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3B5C"/>
                </a:solidFill>
              </a:rPr>
              <a:t>kijani-project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NODE_ENV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staging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DB_HOST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953512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kk-postgres-staging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575304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RECEIPTS_BUCKET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3575304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kk-payments-receipts-staging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97096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AWS_REGION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4197096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eu-north-1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818888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Receipt publishing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4818888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enabled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NODE_ENV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DB_HOST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2953512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kk-postgres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575304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RECEIPTS_BUCKET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3575304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unset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4197096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AWS_REGION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0" y="4197096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not required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818888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Receipt publishing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4818888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disabled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5532120"/>
            <a:ext cx="5715000" cy="640080"/>
          </a:xfrm>
          <a:prstGeom prst="rect">
            <a:avLst/>
          </a:prstGeom>
          <a:solidFill>
            <a:srgbClr val="FFF9DF"/>
          </a:solidFill>
          <a:ln w="12700">
            <a:solidFill>
              <a:srgbClr val="F1D5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Same deployment manifest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Same v1.2.0 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Different ConfigMaps &amp; Secrets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QUALITY CONTROLS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Security and monitoring gates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286000" cy="91440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B5C"/>
                </a:solidFill>
              </a:rPr>
              <a:t>npm audit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3B5C"/>
                </a:solidFill>
              </a:rPr>
              <a:t>--audit-level=high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600200"/>
            <a:ext cx="2377440" cy="91440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0 high vulnerabilities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after remediation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2377440" cy="91440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B5C"/>
                </a:solidFill>
              </a:rPr>
              <a:t>20 staging probes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3B5C"/>
                </a:solidFill>
              </a:rPr>
              <a:t>against /health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06840" y="1600200"/>
            <a:ext cx="23774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&gt;5% error rate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blocks production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63240" y="2057400"/>
            <a:ext cx="3200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06440" y="2057400"/>
            <a:ext cx="3657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2057400"/>
            <a:ext cx="3657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Controlled threshold proof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2103120" cy="77724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5.00%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HEALTHY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3886200"/>
            <a:ext cx="210312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10.00%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ALERT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Final Jenkins evidence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794760"/>
            <a:ext cx="4114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TOTAL_REQUESTS=20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ERROR_REQUESTS=0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ERROR_RATE=0.00%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STATUS=HEALTHY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AWS SERVERLESS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Receipt-chain integration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600200" cy="8229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Payment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/amount=2500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3017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41448" y="2011680"/>
            <a:ext cx="1600200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S3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incoming/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041648" y="2423160"/>
            <a:ext cx="3017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79976" y="2011680"/>
            <a:ext cx="1600200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Processor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Lambda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80176" y="2423160"/>
            <a:ext cx="3017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18504" y="2011680"/>
            <a:ext cx="1600200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S3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processed/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18704" y="2423160"/>
            <a:ext cx="3017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57032" y="2011680"/>
            <a:ext cx="1600200" cy="822960"/>
          </a:xfrm>
          <a:prstGeom prst="rect">
            <a:avLst/>
          </a:prstGeom>
          <a:solidFill>
            <a:srgbClr val="FFF9D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Notifier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Lambda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857232" y="2423160"/>
            <a:ext cx="3017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195560" y="2011680"/>
            <a:ext cx="1600200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S3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notifications/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Actual receipt proven end-to-end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rcpt-1786890391408-07143259 appeared in the payment response, S3 incoming/, processor CloudWatch log, S3 processed/, notifier CloudWatch log, and S3 notifications/.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03720" y="3977640"/>
            <a:ext cx="2057400" cy="77724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processingStatus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PROCESSED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81160" y="3977640"/>
            <a:ext cx="2057400" cy="77724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notificationStatus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SENT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FINAL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Evidence and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B5C"/>
                </a:solidFill>
              </a:rPr>
              <a:t>Jenkins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453896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Build #6 finished SUCCESS after staging, monitoring, approval, and production deployment.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182880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B5C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2295144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kk-payments v1.2.0 is live with 3 available replicas in kijani-project.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099816"/>
            <a:ext cx="182880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B5C"/>
                </a:solidFill>
              </a:rPr>
              <a:t>Security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3136392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High-severity npm findings remediated; audit reports 0 vulnerabilities.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3941064"/>
            <a:ext cx="182880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B5C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Staging error-rate gate reported 0.00% and archived evidence.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4782312"/>
            <a:ext cx="1828800" cy="50292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32D"/>
                </a:solidFill>
              </a:rPr>
              <a:t>Receipts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4818888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A real payment created incoming, processed, and notification S3 records.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" y="5897880"/>
            <a:ext cx="9921240" cy="457200"/>
          </a:xfrm>
          <a:prstGeom prst="rect">
            <a:avLst/>
          </a:prstGeom>
          <a:solidFill>
            <a:srgbClr val="FFF9DF"/>
          </a:solidFill>
          <a:ln w="12700">
            <a:solidFill>
              <a:srgbClr val="F1D5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Technical Track A implementation is complete; remaining work is submission packaging and final audit.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55"/>
                </a:solidFill>
              </a:rPr>
              <a:t>SUBMISSION READINESS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</a:rPr>
              <a:t>Final documentation audit checklist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07592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Root README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069080" y="1307592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updated and aligned to actual Jenkins stages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AI governance log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06908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committed with 12 reviewed AI-use entries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2642616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Architecture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069080" y="2624328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updated for v1.2.0, monitoring, and AWS receipt chain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3300984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282696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Scope + reflection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069080" y="3282696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generate final PDF and explain missing peer review honestly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3959352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41064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Presentation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069080" y="3941064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export final slide deck and keep screenshots/evidence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99432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Repository hygiene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069080" y="4599432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clean git status, no secrets, no tfplan/tfstate tracked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" y="5276088"/>
            <a:ext cx="365760" cy="365760"/>
          </a:xfrm>
          <a:prstGeom prst="rect">
            <a:avLst/>
          </a:prstGeom>
          <a:solidFill>
            <a:srgbClr val="DDF7E7"/>
          </a:solidFill>
          <a:ln w="12700">
            <a:solidFill>
              <a:srgbClr val="D7E2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5257800"/>
            <a:ext cx="2743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Release tag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069080" y="5257800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create annotated v1.0.0 after final audit passes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KijaniKiosk DevOps Capstone •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KijaniKiosk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KijaniKiosk DevOps Capstone</dc:title>
  <dc:subject>Track A Infrastructure-First Delivery</dc:subject>
  <dc:creator>KijaniKiosk DevOps Capstone</dc:creator>
  <cp:lastModifiedBy>KijaniKiosk DevOps Capstone</cp:lastModifiedBy>
  <cp:revision>1</cp:revision>
  <dcterms:created xsi:type="dcterms:W3CDTF">2026-08-16T20:15:31Z</dcterms:created>
  <dcterms:modified xsi:type="dcterms:W3CDTF">2026-08-16T20:15:31Z</dcterms:modified>
</cp:coreProperties>
</file>